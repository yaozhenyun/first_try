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9" r:id="rId5"/>
    <p:sldId id="262" r:id="rId6"/>
    <p:sldId id="257" r:id="rId7"/>
    <p:sldId id="261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AC94C-346A-4045-B763-9B23EC23998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55991-0655-7144-A6CD-3961C16535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日历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低可信度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73070" y="2967990"/>
            <a:ext cx="62458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/>
              <a:t>     </a:t>
            </a:r>
            <a:r>
              <a:rPr lang="zh-CN" altLang="en-US" sz="5400"/>
              <a:t>生命科学学院</a:t>
            </a:r>
            <a:endParaRPr lang="zh-CN" altLang="en-US"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低可信度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463b2f47dad85fce52e3004c5486a490"/>
          <p:cNvPicPr>
            <a:picLocks noChangeAspect="1"/>
          </p:cNvPicPr>
          <p:nvPr/>
        </p:nvPicPr>
        <p:blipFill>
          <a:blip r:embed="rId2"/>
          <a:srcRect t="16907" r="-395" b="24509"/>
          <a:stretch>
            <a:fillRect/>
          </a:stretch>
        </p:blipFill>
        <p:spPr>
          <a:xfrm>
            <a:off x="6424295" y="1758315"/>
            <a:ext cx="5161280" cy="4017645"/>
          </a:xfrm>
          <a:prstGeom prst="rect">
            <a:avLst/>
          </a:prstGeom>
        </p:spPr>
      </p:pic>
      <p:pic>
        <p:nvPicPr>
          <p:cNvPr id="4" name="图片 3" descr="b931958d8fd3df6445edd50d6b78cb31"/>
          <p:cNvPicPr>
            <a:picLocks noChangeAspect="1"/>
          </p:cNvPicPr>
          <p:nvPr/>
        </p:nvPicPr>
        <p:blipFill>
          <a:blip r:embed="rId3"/>
          <a:srcRect t="7140" r="2568" b="28194"/>
          <a:stretch>
            <a:fillRect/>
          </a:stretch>
        </p:blipFill>
        <p:spPr>
          <a:xfrm>
            <a:off x="1062990" y="1749425"/>
            <a:ext cx="4547235" cy="4026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低可信度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16025" y="1618615"/>
            <a:ext cx="4173855" cy="3319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专业细分</a:t>
            </a:r>
            <a:r>
              <a:rPr lang="en-US" altLang="zh-CN" sz="2400"/>
              <a:t> </a:t>
            </a:r>
            <a:r>
              <a:rPr lang="zh-CN" altLang="en-US" sz="2400"/>
              <a:t>：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zh-CN" altLang="en-US" sz="2400"/>
              <a:t>细胞遗传</a:t>
            </a:r>
            <a:endParaRPr lang="zh-CN" altLang="en-US" sz="2400"/>
          </a:p>
          <a:p>
            <a:pPr indent="457200"/>
            <a:r>
              <a:rPr lang="zh-CN" altLang="en-US" sz="2400"/>
              <a:t>医药科学</a:t>
            </a:r>
            <a:endParaRPr lang="zh-CN" altLang="en-US" sz="2400"/>
          </a:p>
          <a:p>
            <a:pPr indent="457200"/>
            <a:r>
              <a:rPr lang="zh-CN" altLang="en-US" sz="2400"/>
              <a:t>生化分子</a:t>
            </a:r>
            <a:endParaRPr lang="zh-CN" altLang="en-US" sz="2400"/>
          </a:p>
          <a:p>
            <a:pPr indent="457200"/>
            <a:r>
              <a:rPr lang="zh-CN" altLang="en-US" sz="2400"/>
              <a:t>生理神经</a:t>
            </a:r>
            <a:endParaRPr lang="zh-CN" altLang="en-US" sz="2400"/>
          </a:p>
          <a:p>
            <a:pPr indent="457200"/>
            <a:r>
              <a:rPr lang="zh-CN" altLang="en-US" sz="2400"/>
              <a:t>生态动物</a:t>
            </a:r>
            <a:endParaRPr lang="zh-CN" altLang="en-US" sz="2400"/>
          </a:p>
          <a:p>
            <a:pPr indent="457200"/>
            <a:r>
              <a:rPr lang="zh-CN" altLang="en-US" sz="2400"/>
              <a:t>植物生信</a:t>
            </a:r>
            <a:endParaRPr lang="zh-CN" altLang="en-US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470" y="1618615"/>
            <a:ext cx="7078980" cy="33451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低可信度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45565" y="1652905"/>
            <a:ext cx="783653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/>
              <a:t>培养方案：</a:t>
            </a:r>
            <a:endParaRPr lang="zh-CN" altLang="en-US" sz="5400"/>
          </a:p>
          <a:p>
            <a:endParaRPr lang="zh-CN" altLang="en-US" sz="5400"/>
          </a:p>
          <a:p>
            <a:pPr indent="457200"/>
            <a:r>
              <a:rPr lang="en-US" altLang="zh-CN" sz="5400"/>
              <a:t>         ycz313418</a:t>
            </a:r>
            <a:endParaRPr lang="en-US" altLang="zh-CN" sz="5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低可信度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89380" y="1644650"/>
            <a:ext cx="2329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去向：</a:t>
            </a:r>
            <a:endParaRPr lang="zh-CN" altLang="en-US"/>
          </a:p>
        </p:txBody>
      </p:sp>
      <p:pic>
        <p:nvPicPr>
          <p:cNvPr id="4" name="图片 3" descr="fd77016786ebfe13164b8058bfd93f15"/>
          <p:cNvPicPr>
            <a:picLocks noChangeAspect="1"/>
          </p:cNvPicPr>
          <p:nvPr/>
        </p:nvPicPr>
        <p:blipFill>
          <a:blip r:embed="rId2"/>
          <a:srcRect r="6056" b="36785"/>
          <a:stretch>
            <a:fillRect/>
          </a:stretch>
        </p:blipFill>
        <p:spPr>
          <a:xfrm>
            <a:off x="6324600" y="2291080"/>
            <a:ext cx="3558540" cy="3194685"/>
          </a:xfrm>
          <a:prstGeom prst="rect">
            <a:avLst/>
          </a:prstGeom>
        </p:spPr>
      </p:pic>
      <p:pic>
        <p:nvPicPr>
          <p:cNvPr id="5" name="图片 4" descr="86e064a20c5365967038ca6c3af7a93a"/>
          <p:cNvPicPr>
            <a:picLocks noChangeAspect="1"/>
          </p:cNvPicPr>
          <p:nvPr/>
        </p:nvPicPr>
        <p:blipFill>
          <a:blip r:embed="rId3"/>
          <a:srcRect b="29234"/>
          <a:stretch>
            <a:fillRect/>
          </a:stretch>
        </p:blipFill>
        <p:spPr>
          <a:xfrm>
            <a:off x="2360930" y="2291080"/>
            <a:ext cx="3406140" cy="3215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>宽屏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易格 文创</dc:creator>
  <cp:lastModifiedBy>姚春至</cp:lastModifiedBy>
  <cp:revision>3</cp:revision>
  <dcterms:created xsi:type="dcterms:W3CDTF">2025-12-22T01:49:00Z</dcterms:created>
  <dcterms:modified xsi:type="dcterms:W3CDTF">2026-02-01T13:25:10Z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A0B84F91A15842A3BF1B72E847BA42F4_12</vt:lpwstr>
  </property>
</Properties>
</file>